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6" autoAdjust="0"/>
    <p:restoredTop sz="94660"/>
  </p:normalViewPr>
  <p:slideViewPr>
    <p:cSldViewPr snapToGrid="0">
      <p:cViewPr>
        <p:scale>
          <a:sx n="150" d="100"/>
          <a:sy n="150" d="100"/>
        </p:scale>
        <p:origin x="2556" y="-1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36B6B-04D5-4E40-9017-909FA96B3CBB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4635F3-658E-43BA-AC62-4A7553B6C127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785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4635F3-658E-43BA-AC62-4A7553B6C127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38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689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6076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28369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402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591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231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58577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990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9390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0320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752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AEFB1-0C9C-4FDD-84D9-8A1545EBF6F6}" type="datetimeFigureOut">
              <a:rPr lang="da-DK" smtClean="0"/>
              <a:t>05-05-2026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F4CBE-78C0-4C32-B5FF-839B1096935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800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43C17B-D16F-99E9-C0BD-A38475C7FC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167397"/>
              </p:ext>
            </p:extLst>
          </p:nvPr>
        </p:nvGraphicFramePr>
        <p:xfrm>
          <a:off x="350953" y="1025139"/>
          <a:ext cx="6002866" cy="84666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1433">
                  <a:extLst>
                    <a:ext uri="{9D8B030D-6E8A-4147-A177-3AD203B41FA5}">
                      <a16:colId xmlns:a16="http://schemas.microsoft.com/office/drawing/2014/main" val="3302285717"/>
                    </a:ext>
                  </a:extLst>
                </a:gridCol>
                <a:gridCol w="3001433">
                  <a:extLst>
                    <a:ext uri="{9D8B030D-6E8A-4147-A177-3AD203B41FA5}">
                      <a16:colId xmlns:a16="http://schemas.microsoft.com/office/drawing/2014/main" val="2098472170"/>
                    </a:ext>
                  </a:extLst>
                </a:gridCol>
              </a:tblGrid>
              <a:tr h="2116667"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860688"/>
                  </a:ext>
                </a:extLst>
              </a:tr>
              <a:tr h="2116667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7215730"/>
                  </a:ext>
                </a:extLst>
              </a:tr>
              <a:tr h="2116667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345443"/>
                  </a:ext>
                </a:extLst>
              </a:tr>
              <a:tr h="2116667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6350112"/>
                  </a:ext>
                </a:extLst>
              </a:tr>
            </a:tbl>
          </a:graphicData>
        </a:graphic>
      </p:graphicFrame>
      <p:sp>
        <p:nvSpPr>
          <p:cNvPr id="95" name="Block Arc 94">
            <a:extLst>
              <a:ext uri="{FF2B5EF4-FFF2-40B4-BE49-F238E27FC236}">
                <a16:creationId xmlns:a16="http://schemas.microsoft.com/office/drawing/2014/main" id="{3C15BD3C-3AA7-9781-F786-8AD373A5C18B}"/>
              </a:ext>
            </a:extLst>
          </p:cNvPr>
          <p:cNvSpPr/>
          <p:nvPr/>
        </p:nvSpPr>
        <p:spPr>
          <a:xfrm>
            <a:off x="1459328" y="6681227"/>
            <a:ext cx="4796820" cy="4796820"/>
          </a:xfrm>
          <a:prstGeom prst="blockArc">
            <a:avLst>
              <a:gd name="adj1" fmla="val 18599096"/>
              <a:gd name="adj2" fmla="val 20622397"/>
              <a:gd name="adj3" fmla="val 19920"/>
            </a:avLst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82" name="Partial Circle 81">
            <a:extLst>
              <a:ext uri="{FF2B5EF4-FFF2-40B4-BE49-F238E27FC236}">
                <a16:creationId xmlns:a16="http://schemas.microsoft.com/office/drawing/2014/main" id="{3682DDB3-A523-C63F-9EBD-1BE8F0C33840}"/>
              </a:ext>
            </a:extLst>
          </p:cNvPr>
          <p:cNvSpPr/>
          <p:nvPr/>
        </p:nvSpPr>
        <p:spPr>
          <a:xfrm rot="10800000">
            <a:off x="-1537754" y="6681227"/>
            <a:ext cx="4796820" cy="4796820"/>
          </a:xfrm>
          <a:prstGeom prst="pie">
            <a:avLst>
              <a:gd name="adj1" fmla="val 7805802"/>
              <a:gd name="adj2" fmla="val 9814249"/>
            </a:avLst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D57BC1C-EED9-5F26-15BE-945CD585530E}"/>
              </a:ext>
            </a:extLst>
          </p:cNvPr>
          <p:cNvCxnSpPr>
            <a:cxnSpLocks/>
          </p:cNvCxnSpPr>
          <p:nvPr/>
        </p:nvCxnSpPr>
        <p:spPr>
          <a:xfrm flipV="1">
            <a:off x="873773" y="7756723"/>
            <a:ext cx="1985041" cy="13161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B43FFD-318E-0F51-8A9B-A16473059807}"/>
              </a:ext>
            </a:extLst>
          </p:cNvPr>
          <p:cNvCxnSpPr>
            <a:cxnSpLocks/>
          </p:cNvCxnSpPr>
          <p:nvPr/>
        </p:nvCxnSpPr>
        <p:spPr>
          <a:xfrm flipV="1">
            <a:off x="3813922" y="5662613"/>
            <a:ext cx="1985041" cy="131616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B3B202-3090-C1F3-0D2C-BA6A3382E1D7}"/>
                  </a:ext>
                </a:extLst>
              </p:cNvPr>
              <p:cNvSpPr txBox="1"/>
              <p:nvPr/>
            </p:nvSpPr>
            <p:spPr>
              <a:xfrm>
                <a:off x="4321913" y="4061269"/>
                <a:ext cx="258875" cy="369332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B3B202-3090-C1F3-0D2C-BA6A3382E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913" y="4061269"/>
                <a:ext cx="258875" cy="369332"/>
              </a:xfrm>
              <a:prstGeom prst="rect">
                <a:avLst/>
              </a:prstGeom>
              <a:blipFill>
                <a:blip r:embed="rId2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Smart Sensor Icons - Free SVG &amp; PNG Smart Sensor Images - Noun Project">
            <a:extLst>
              <a:ext uri="{FF2B5EF4-FFF2-40B4-BE49-F238E27FC236}">
                <a16:creationId xmlns:a16="http://schemas.microsoft.com/office/drawing/2014/main" id="{E372E94E-0A0C-9613-39B3-4437909641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9745" r="20746" b="-104"/>
          <a:stretch>
            <a:fillRect/>
          </a:stretch>
        </p:blipFill>
        <p:spPr>
          <a:xfrm>
            <a:off x="350953" y="2749680"/>
            <a:ext cx="383834" cy="3963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D5F97A-C83B-BA08-0E67-C7A3233BF27D}"/>
              </a:ext>
            </a:extLst>
          </p:cNvPr>
          <p:cNvSpPr txBox="1"/>
          <p:nvPr/>
        </p:nvSpPr>
        <p:spPr>
          <a:xfrm>
            <a:off x="350953" y="1025138"/>
            <a:ext cx="452368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55B96-BC02-F12F-DBD1-5A59B5948C85}"/>
              </a:ext>
            </a:extLst>
          </p:cNvPr>
          <p:cNvSpPr txBox="1"/>
          <p:nvPr/>
        </p:nvSpPr>
        <p:spPr>
          <a:xfrm>
            <a:off x="3354503" y="1025138"/>
            <a:ext cx="436338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92A6D3-6394-46E1-7880-B638AEF90509}"/>
              </a:ext>
            </a:extLst>
          </p:cNvPr>
          <p:cNvSpPr txBox="1"/>
          <p:nvPr/>
        </p:nvSpPr>
        <p:spPr>
          <a:xfrm>
            <a:off x="350953" y="3146038"/>
            <a:ext cx="431528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bg1"/>
                </a:solidFill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B03B61-69A0-6A0B-497E-31FA2FA59A93}"/>
              </a:ext>
            </a:extLst>
          </p:cNvPr>
          <p:cNvSpPr txBox="1"/>
          <p:nvPr/>
        </p:nvSpPr>
        <p:spPr>
          <a:xfrm>
            <a:off x="3354503" y="3146038"/>
            <a:ext cx="468398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bg1"/>
                </a:solidFill>
              </a:rPr>
              <a:t>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3E80C8-7523-3B35-9CE4-6F117EC3CC16}"/>
              </a:ext>
            </a:extLst>
          </p:cNvPr>
          <p:cNvSpPr txBox="1"/>
          <p:nvPr/>
        </p:nvSpPr>
        <p:spPr>
          <a:xfrm>
            <a:off x="350953" y="5266938"/>
            <a:ext cx="410690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bg1"/>
                </a:solidFill>
              </a:rPr>
              <a:t>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0DA5AE-3560-74C7-1AA7-9348BD393CB3}"/>
              </a:ext>
            </a:extLst>
          </p:cNvPr>
          <p:cNvSpPr txBox="1"/>
          <p:nvPr/>
        </p:nvSpPr>
        <p:spPr>
          <a:xfrm>
            <a:off x="3354503" y="5266938"/>
            <a:ext cx="396262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bg1"/>
                </a:solidFill>
              </a:rPr>
              <a:t>F</a:t>
            </a:r>
          </a:p>
        </p:txBody>
      </p:sp>
      <p:pic>
        <p:nvPicPr>
          <p:cNvPr id="15" name="Picture 14" descr="Monster Icon Vector Art, Icons, and Graphics for Free Download">
            <a:extLst>
              <a:ext uri="{FF2B5EF4-FFF2-40B4-BE49-F238E27FC236}">
                <a16:creationId xmlns:a16="http://schemas.microsoft.com/office/drawing/2014/main" id="{E1C71795-C9EC-5C47-6336-A94EC188843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19" t="13429" r="9819" b="13429"/>
          <a:stretch>
            <a:fillRect/>
          </a:stretch>
        </p:blipFill>
        <p:spPr>
          <a:xfrm>
            <a:off x="4998230" y="1488688"/>
            <a:ext cx="456979" cy="415925"/>
          </a:xfrm>
          <a:prstGeom prst="rect">
            <a:avLst/>
          </a:prstGeom>
        </p:spPr>
      </p:pic>
      <p:pic>
        <p:nvPicPr>
          <p:cNvPr id="16" name="Picture 15" descr="Smart Sensor Icons - Free SVG &amp; PNG Smart Sensor Images - Noun Project">
            <a:extLst>
              <a:ext uri="{FF2B5EF4-FFF2-40B4-BE49-F238E27FC236}">
                <a16:creationId xmlns:a16="http://schemas.microsoft.com/office/drawing/2014/main" id="{3CEAF8C3-B30B-F4BB-4D4F-2883FD678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9745" r="20746" b="-104"/>
          <a:stretch>
            <a:fillRect/>
          </a:stretch>
        </p:blipFill>
        <p:spPr>
          <a:xfrm>
            <a:off x="3350143" y="2749680"/>
            <a:ext cx="383834" cy="396359"/>
          </a:xfrm>
          <a:prstGeom prst="rect">
            <a:avLst/>
          </a:prstGeom>
        </p:spPr>
      </p:pic>
      <p:pic>
        <p:nvPicPr>
          <p:cNvPr id="18" name="Picture 17" descr="Smart Sensor Icons - Free SVG &amp; PNG Smart Sensor Images - Noun Project">
            <a:extLst>
              <a:ext uri="{FF2B5EF4-FFF2-40B4-BE49-F238E27FC236}">
                <a16:creationId xmlns:a16="http://schemas.microsoft.com/office/drawing/2014/main" id="{3BEC5D5D-A167-0F23-A08D-91C82341EB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9745" r="20746" b="-104"/>
          <a:stretch>
            <a:fillRect/>
          </a:stretch>
        </p:blipFill>
        <p:spPr>
          <a:xfrm>
            <a:off x="350953" y="4870580"/>
            <a:ext cx="383834" cy="396359"/>
          </a:xfrm>
          <a:prstGeom prst="rect">
            <a:avLst/>
          </a:prstGeom>
        </p:spPr>
      </p:pic>
      <p:pic>
        <p:nvPicPr>
          <p:cNvPr id="19" name="Picture 18" descr="Smart Sensor Icons - Free SVG &amp; PNG Smart Sensor Images - Noun Project">
            <a:extLst>
              <a:ext uri="{FF2B5EF4-FFF2-40B4-BE49-F238E27FC236}">
                <a16:creationId xmlns:a16="http://schemas.microsoft.com/office/drawing/2014/main" id="{33146E7B-9694-F212-D817-A5479A8E1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9745" r="20746" b="-104"/>
          <a:stretch>
            <a:fillRect/>
          </a:stretch>
        </p:blipFill>
        <p:spPr>
          <a:xfrm>
            <a:off x="3350143" y="4870580"/>
            <a:ext cx="383834" cy="396359"/>
          </a:xfrm>
          <a:prstGeom prst="rect">
            <a:avLst/>
          </a:prstGeom>
        </p:spPr>
      </p:pic>
      <p:pic>
        <p:nvPicPr>
          <p:cNvPr id="21" name="Picture 20" descr="Smart Sensor Icons - Free SVG &amp; PNG Smart Sensor Images - Noun Project">
            <a:extLst>
              <a:ext uri="{FF2B5EF4-FFF2-40B4-BE49-F238E27FC236}">
                <a16:creationId xmlns:a16="http://schemas.microsoft.com/office/drawing/2014/main" id="{3FDCB80E-E259-E256-0C1D-3494092CCC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9745" r="20746" b="-104"/>
          <a:stretch>
            <a:fillRect/>
          </a:stretch>
        </p:blipFill>
        <p:spPr>
          <a:xfrm>
            <a:off x="350953" y="6978781"/>
            <a:ext cx="383834" cy="396359"/>
          </a:xfrm>
          <a:prstGeom prst="rect">
            <a:avLst/>
          </a:prstGeom>
        </p:spPr>
      </p:pic>
      <p:pic>
        <p:nvPicPr>
          <p:cNvPr id="22" name="Picture 21" descr="Smart Sensor Icons - Free SVG &amp; PNG Smart Sensor Images - Noun Project">
            <a:extLst>
              <a:ext uri="{FF2B5EF4-FFF2-40B4-BE49-F238E27FC236}">
                <a16:creationId xmlns:a16="http://schemas.microsoft.com/office/drawing/2014/main" id="{EE1DFE04-235F-90EA-552B-26F84159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9745" r="20746" b="-104"/>
          <a:stretch>
            <a:fillRect/>
          </a:stretch>
        </p:blipFill>
        <p:spPr>
          <a:xfrm>
            <a:off x="3350143" y="6978781"/>
            <a:ext cx="383834" cy="396359"/>
          </a:xfrm>
          <a:prstGeom prst="rect">
            <a:avLst/>
          </a:prstGeom>
        </p:spPr>
      </p:pic>
      <p:pic>
        <p:nvPicPr>
          <p:cNvPr id="24" name="Picture 23" descr="Monster Icon Vector Art, Icons, and Graphics for Free Download">
            <a:extLst>
              <a:ext uri="{FF2B5EF4-FFF2-40B4-BE49-F238E27FC236}">
                <a16:creationId xmlns:a16="http://schemas.microsoft.com/office/drawing/2014/main" id="{158E7516-C331-F421-3092-D17078ED41E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19" t="13429" r="9819" b="13429"/>
          <a:stretch>
            <a:fillRect/>
          </a:stretch>
        </p:blipFill>
        <p:spPr>
          <a:xfrm>
            <a:off x="2199583" y="3597819"/>
            <a:ext cx="456979" cy="415925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606EA0-DEA6-1347-14B9-AF39E5944064}"/>
              </a:ext>
            </a:extLst>
          </p:cNvPr>
          <p:cNvCxnSpPr>
            <a:cxnSpLocks/>
          </p:cNvCxnSpPr>
          <p:nvPr/>
        </p:nvCxnSpPr>
        <p:spPr>
          <a:xfrm flipV="1">
            <a:off x="860656" y="3824467"/>
            <a:ext cx="1577744" cy="104611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0251314-02DA-6EC3-DBA8-2105E90F9BF2}"/>
              </a:ext>
            </a:extLst>
          </p:cNvPr>
          <p:cNvSpPr txBox="1"/>
          <p:nvPr/>
        </p:nvSpPr>
        <p:spPr>
          <a:xfrm>
            <a:off x="350953" y="7374596"/>
            <a:ext cx="476412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359A9-77BE-41F3-F21D-1487CBA06F4A}"/>
              </a:ext>
            </a:extLst>
          </p:cNvPr>
          <p:cNvSpPr txBox="1"/>
          <p:nvPr/>
        </p:nvSpPr>
        <p:spPr>
          <a:xfrm>
            <a:off x="3354503" y="7374596"/>
            <a:ext cx="471604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da-DK" sz="3600" dirty="0">
                <a:solidFill>
                  <a:schemeClr val="bg1"/>
                </a:solidFill>
              </a:rPr>
              <a:t>H</a:t>
            </a:r>
          </a:p>
        </p:txBody>
      </p:sp>
      <p:pic>
        <p:nvPicPr>
          <p:cNvPr id="35" name="Picture 34" descr="Monster Icon Vector Art, Icons, and Graphics for Free Download">
            <a:extLst>
              <a:ext uri="{FF2B5EF4-FFF2-40B4-BE49-F238E27FC236}">
                <a16:creationId xmlns:a16="http://schemas.microsoft.com/office/drawing/2014/main" id="{157FD564-17AF-CB78-414D-AF80BC5B38B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19" t="13429" r="9819" b="13429"/>
          <a:stretch>
            <a:fillRect/>
          </a:stretch>
        </p:blipFill>
        <p:spPr>
          <a:xfrm>
            <a:off x="5157826" y="3597819"/>
            <a:ext cx="456979" cy="415925"/>
          </a:xfrm>
          <a:prstGeom prst="rect">
            <a:avLst/>
          </a:prstGeom>
        </p:spPr>
      </p:pic>
      <p:sp>
        <p:nvSpPr>
          <p:cNvPr id="38" name="Arc 37">
            <a:extLst>
              <a:ext uri="{FF2B5EF4-FFF2-40B4-BE49-F238E27FC236}">
                <a16:creationId xmlns:a16="http://schemas.microsoft.com/office/drawing/2014/main" id="{31DC2F77-909F-718E-3D04-291F9D39349F}"/>
              </a:ext>
            </a:extLst>
          </p:cNvPr>
          <p:cNvSpPr/>
          <p:nvPr/>
        </p:nvSpPr>
        <p:spPr>
          <a:xfrm>
            <a:off x="3053209" y="4104890"/>
            <a:ext cx="1531380" cy="1531380"/>
          </a:xfrm>
          <a:prstGeom prst="arc">
            <a:avLst>
              <a:gd name="adj1" fmla="val 18462294"/>
              <a:gd name="adj2" fmla="val 19587470"/>
            </a:avLst>
          </a:prstGeom>
          <a:ln w="12700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52B951-9059-88FB-BF85-FDA44FFC6093}"/>
              </a:ext>
            </a:extLst>
          </p:cNvPr>
          <p:cNvCxnSpPr>
            <a:cxnSpLocks/>
          </p:cNvCxnSpPr>
          <p:nvPr/>
        </p:nvCxnSpPr>
        <p:spPr>
          <a:xfrm flipV="1">
            <a:off x="3818899" y="3848100"/>
            <a:ext cx="1542101" cy="102248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7" name="Picture 46" descr="Monster Icon Vector Art, Icons, and Graphics for Free Download">
            <a:extLst>
              <a:ext uri="{FF2B5EF4-FFF2-40B4-BE49-F238E27FC236}">
                <a16:creationId xmlns:a16="http://schemas.microsoft.com/office/drawing/2014/main" id="{F1FA0562-5888-E555-1583-F9C5A02A8DD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19" t="13429" r="9819" b="13429"/>
          <a:stretch>
            <a:fillRect/>
          </a:stretch>
        </p:blipFill>
        <p:spPr>
          <a:xfrm>
            <a:off x="5152849" y="5706020"/>
            <a:ext cx="456979" cy="415925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0260D63-D348-4615-A7D2-4767B018538B}"/>
              </a:ext>
            </a:extLst>
          </p:cNvPr>
          <p:cNvCxnSpPr>
            <a:cxnSpLocks/>
          </p:cNvCxnSpPr>
          <p:nvPr/>
        </p:nvCxnSpPr>
        <p:spPr>
          <a:xfrm flipV="1">
            <a:off x="3813922" y="6186488"/>
            <a:ext cx="1194934" cy="79229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36AB2A8-A6BF-BC83-73D5-FF790AC53995}"/>
              </a:ext>
            </a:extLst>
          </p:cNvPr>
          <p:cNvCxnSpPr>
            <a:cxnSpLocks/>
          </p:cNvCxnSpPr>
          <p:nvPr/>
        </p:nvCxnSpPr>
        <p:spPr>
          <a:xfrm>
            <a:off x="4942689" y="6090047"/>
            <a:ext cx="128588" cy="192881"/>
          </a:xfrm>
          <a:prstGeom prst="line">
            <a:avLst/>
          </a:prstGeom>
          <a:ln w="190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AE4D139-D87C-BF9E-FCEE-A5BEC1377757}"/>
              </a:ext>
            </a:extLst>
          </p:cNvPr>
          <p:cNvCxnSpPr>
            <a:cxnSpLocks/>
          </p:cNvCxnSpPr>
          <p:nvPr/>
        </p:nvCxnSpPr>
        <p:spPr>
          <a:xfrm>
            <a:off x="5734669" y="5566172"/>
            <a:ext cx="128588" cy="192881"/>
          </a:xfrm>
          <a:prstGeom prst="line">
            <a:avLst/>
          </a:prstGeom>
          <a:ln w="190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artial Circle 55">
            <a:extLst>
              <a:ext uri="{FF2B5EF4-FFF2-40B4-BE49-F238E27FC236}">
                <a16:creationId xmlns:a16="http://schemas.microsoft.com/office/drawing/2014/main" id="{7618EB2C-07A1-394A-3F27-7964F82F4553}"/>
              </a:ext>
            </a:extLst>
          </p:cNvPr>
          <p:cNvSpPr/>
          <p:nvPr/>
        </p:nvSpPr>
        <p:spPr>
          <a:xfrm rot="10800000">
            <a:off x="-1011633" y="5119191"/>
            <a:ext cx="3744578" cy="3744578"/>
          </a:xfrm>
          <a:prstGeom prst="pie">
            <a:avLst>
              <a:gd name="adj1" fmla="val 7781778"/>
              <a:gd name="adj2" fmla="val 9814249"/>
            </a:avLst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pic>
        <p:nvPicPr>
          <p:cNvPr id="57" name="Picture 56" descr="Monster Icon Vector Art, Icons, and Graphics for Free Download">
            <a:extLst>
              <a:ext uri="{FF2B5EF4-FFF2-40B4-BE49-F238E27FC236}">
                <a16:creationId xmlns:a16="http://schemas.microsoft.com/office/drawing/2014/main" id="{04055B54-5ABE-E5A9-C237-6128E20B24B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19" t="13429" r="9819" b="13429"/>
          <a:stretch>
            <a:fillRect/>
          </a:stretch>
        </p:blipFill>
        <p:spPr>
          <a:xfrm>
            <a:off x="2199583" y="5718719"/>
            <a:ext cx="456979" cy="4159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F3AA26-D256-395E-468B-039D7365BBC6}"/>
                  </a:ext>
                </a:extLst>
              </p:cNvPr>
              <p:cNvSpPr txBox="1"/>
              <p:nvPr/>
            </p:nvSpPr>
            <p:spPr>
              <a:xfrm>
                <a:off x="1363670" y="6182169"/>
                <a:ext cx="258875" cy="369332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F3AA26-D256-395E-468B-039D7365B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670" y="6182169"/>
                <a:ext cx="258875" cy="369332"/>
              </a:xfrm>
              <a:prstGeom prst="rect">
                <a:avLst/>
              </a:prstGeom>
              <a:blipFill>
                <a:blip r:embed="rId5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7054A58-3660-010F-AD3A-4F17B28AB119}"/>
              </a:ext>
            </a:extLst>
          </p:cNvPr>
          <p:cNvCxnSpPr>
            <a:cxnSpLocks/>
          </p:cNvCxnSpPr>
          <p:nvPr/>
        </p:nvCxnSpPr>
        <p:spPr>
          <a:xfrm flipV="1">
            <a:off x="860656" y="5969000"/>
            <a:ext cx="1542101" cy="102248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72FC992-0323-9476-7878-101091B81BAE}"/>
              </a:ext>
            </a:extLst>
          </p:cNvPr>
          <p:cNvCxnSpPr/>
          <p:nvPr/>
        </p:nvCxnSpPr>
        <p:spPr>
          <a:xfrm flipV="1">
            <a:off x="3813922" y="3454400"/>
            <a:ext cx="1056528" cy="1416180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1953EC1-459D-2F20-BDBD-8A8D447B27BE}"/>
              </a:ext>
            </a:extLst>
          </p:cNvPr>
          <p:cNvSpPr txBox="1"/>
          <p:nvPr/>
        </p:nvSpPr>
        <p:spPr>
          <a:xfrm>
            <a:off x="5004691" y="5308451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r</a:t>
            </a:r>
          </a:p>
        </p:txBody>
      </p:sp>
      <p:sp>
        <p:nvSpPr>
          <p:cNvPr id="63" name="Left Brace 62">
            <a:extLst>
              <a:ext uri="{FF2B5EF4-FFF2-40B4-BE49-F238E27FC236}">
                <a16:creationId xmlns:a16="http://schemas.microsoft.com/office/drawing/2014/main" id="{9736FF2C-2CF8-986D-3FFD-3621FCD0BD95}"/>
              </a:ext>
            </a:extLst>
          </p:cNvPr>
          <p:cNvSpPr/>
          <p:nvPr/>
        </p:nvSpPr>
        <p:spPr>
          <a:xfrm rot="3368759">
            <a:off x="5153441" y="5229526"/>
            <a:ext cx="196386" cy="940423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accent2"/>
              </a:solidFill>
            </a:endParaRP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E886E91B-707A-6E02-503D-342FAF4611AB}"/>
              </a:ext>
            </a:extLst>
          </p:cNvPr>
          <p:cNvSpPr/>
          <p:nvPr/>
        </p:nvSpPr>
        <p:spPr>
          <a:xfrm>
            <a:off x="113159" y="6213090"/>
            <a:ext cx="1531380" cy="1531380"/>
          </a:xfrm>
          <a:prstGeom prst="arc">
            <a:avLst>
              <a:gd name="adj1" fmla="val 18462294"/>
              <a:gd name="adj2" fmla="val 19587470"/>
            </a:avLst>
          </a:prstGeom>
          <a:ln w="12700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70" name="Picture 69" descr="Smart Sensor Icons - Free SVG &amp; PNG Smart Sensor Images - Noun Project">
            <a:extLst>
              <a:ext uri="{FF2B5EF4-FFF2-40B4-BE49-F238E27FC236}">
                <a16:creationId xmlns:a16="http://schemas.microsoft.com/office/drawing/2014/main" id="{E72D1BB2-CFD0-6EF9-100C-328F2A02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9745" r="20746" b="-104"/>
          <a:stretch>
            <a:fillRect/>
          </a:stretch>
        </p:blipFill>
        <p:spPr>
          <a:xfrm>
            <a:off x="350953" y="9066938"/>
            <a:ext cx="383834" cy="396359"/>
          </a:xfrm>
          <a:prstGeom prst="rect">
            <a:avLst/>
          </a:prstGeom>
        </p:spPr>
      </p:pic>
      <p:sp>
        <p:nvSpPr>
          <p:cNvPr id="71" name="Partial Circle 70">
            <a:extLst>
              <a:ext uri="{FF2B5EF4-FFF2-40B4-BE49-F238E27FC236}">
                <a16:creationId xmlns:a16="http://schemas.microsoft.com/office/drawing/2014/main" id="{3D68B553-1103-DC49-95D3-617C32301C62}"/>
              </a:ext>
            </a:extLst>
          </p:cNvPr>
          <p:cNvSpPr/>
          <p:nvPr/>
        </p:nvSpPr>
        <p:spPr>
          <a:xfrm rot="10800000">
            <a:off x="-582312" y="7636669"/>
            <a:ext cx="2885936" cy="2885936"/>
          </a:xfrm>
          <a:prstGeom prst="pie">
            <a:avLst>
              <a:gd name="adj1" fmla="val 7806396"/>
              <a:gd name="adj2" fmla="val 9814249"/>
            </a:avLst>
          </a:prstGeom>
          <a:gradFill flip="none" rotWithShape="1">
            <a:gsLst>
              <a:gs pos="0">
                <a:schemeClr val="accent3">
                  <a:shade val="30000"/>
                  <a:satMod val="115000"/>
                </a:schemeClr>
              </a:gs>
              <a:gs pos="50000">
                <a:schemeClr val="accent3">
                  <a:shade val="67500"/>
                  <a:satMod val="115000"/>
                </a:schemeClr>
              </a:gs>
              <a:gs pos="100000">
                <a:schemeClr val="accent3"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pic>
        <p:nvPicPr>
          <p:cNvPr id="72" name="Picture 71" descr="Monster Icon Vector Art, Icons, and Graphics for Free Download">
            <a:extLst>
              <a:ext uri="{FF2B5EF4-FFF2-40B4-BE49-F238E27FC236}">
                <a16:creationId xmlns:a16="http://schemas.microsoft.com/office/drawing/2014/main" id="{C47A8B4D-E4BE-1158-A2B3-1D8994F2FA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19" t="13429" r="9819" b="13429"/>
          <a:stretch>
            <a:fillRect/>
          </a:stretch>
        </p:blipFill>
        <p:spPr>
          <a:xfrm>
            <a:off x="2199583" y="7806876"/>
            <a:ext cx="456979" cy="4159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2B43AE6-85B2-7E69-840A-9E41629D09E0}"/>
                  </a:ext>
                </a:extLst>
              </p:cNvPr>
              <p:cNvSpPr txBox="1"/>
              <p:nvPr/>
            </p:nvSpPr>
            <p:spPr>
              <a:xfrm>
                <a:off x="1363670" y="8270326"/>
                <a:ext cx="258875" cy="369332"/>
              </a:xfrm>
              <a:prstGeom prst="rect">
                <a:avLst/>
              </a:prstGeom>
              <a:noFill/>
            </p:spPr>
            <p:txBody>
              <a:bodyPr wrap="square" anchor="b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da-DK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da-DK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2B43AE6-85B2-7E69-840A-9E41629D0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670" y="8270326"/>
                <a:ext cx="258875" cy="369332"/>
              </a:xfrm>
              <a:prstGeom prst="rect">
                <a:avLst/>
              </a:prstGeom>
              <a:blipFill>
                <a:blip r:embed="rId6"/>
                <a:stretch>
                  <a:fillRect r="-1666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4F637FA-240C-4383-B19C-498D748DB738}"/>
              </a:ext>
            </a:extLst>
          </p:cNvPr>
          <p:cNvCxnSpPr>
            <a:cxnSpLocks/>
          </p:cNvCxnSpPr>
          <p:nvPr/>
        </p:nvCxnSpPr>
        <p:spPr>
          <a:xfrm flipV="1">
            <a:off x="860656" y="8275327"/>
            <a:ext cx="1213058" cy="8043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Arc 74">
            <a:extLst>
              <a:ext uri="{FF2B5EF4-FFF2-40B4-BE49-F238E27FC236}">
                <a16:creationId xmlns:a16="http://schemas.microsoft.com/office/drawing/2014/main" id="{A82B2F5C-B4DB-2695-74C8-CB13D2C24960}"/>
              </a:ext>
            </a:extLst>
          </p:cNvPr>
          <p:cNvSpPr/>
          <p:nvPr/>
        </p:nvSpPr>
        <p:spPr>
          <a:xfrm>
            <a:off x="113159" y="8301247"/>
            <a:ext cx="1531380" cy="1531380"/>
          </a:xfrm>
          <a:prstGeom prst="arc">
            <a:avLst>
              <a:gd name="adj1" fmla="val 18590937"/>
              <a:gd name="adj2" fmla="val 19587470"/>
            </a:avLst>
          </a:prstGeom>
          <a:ln w="12700">
            <a:solidFill>
              <a:schemeClr val="bg2">
                <a:lumMod val="1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086C807-D0F9-5AA1-0439-FA8EE4ABDDF3}"/>
              </a:ext>
            </a:extLst>
          </p:cNvPr>
          <p:cNvCxnSpPr>
            <a:cxnSpLocks/>
          </p:cNvCxnSpPr>
          <p:nvPr/>
        </p:nvCxnSpPr>
        <p:spPr>
          <a:xfrm>
            <a:off x="2002540" y="8184157"/>
            <a:ext cx="128588" cy="192881"/>
          </a:xfrm>
          <a:prstGeom prst="line">
            <a:avLst/>
          </a:prstGeom>
          <a:ln w="190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F16571F-96B9-DE1E-4E9D-C6BBF915240A}"/>
              </a:ext>
            </a:extLst>
          </p:cNvPr>
          <p:cNvCxnSpPr>
            <a:cxnSpLocks/>
          </p:cNvCxnSpPr>
          <p:nvPr/>
        </p:nvCxnSpPr>
        <p:spPr>
          <a:xfrm>
            <a:off x="2794520" y="7660282"/>
            <a:ext cx="128588" cy="192881"/>
          </a:xfrm>
          <a:prstGeom prst="line">
            <a:avLst/>
          </a:prstGeom>
          <a:ln w="19050" cap="rnd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D507ABB-B510-ECBA-0C19-3C7D4935D963}"/>
              </a:ext>
            </a:extLst>
          </p:cNvPr>
          <p:cNvSpPr txBox="1"/>
          <p:nvPr/>
        </p:nvSpPr>
        <p:spPr>
          <a:xfrm>
            <a:off x="2064542" y="7402561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2400" dirty="0"/>
              <a:t>r</a:t>
            </a:r>
          </a:p>
        </p:txBody>
      </p:sp>
      <p:sp>
        <p:nvSpPr>
          <p:cNvPr id="80" name="Left Brace 79">
            <a:extLst>
              <a:ext uri="{FF2B5EF4-FFF2-40B4-BE49-F238E27FC236}">
                <a16:creationId xmlns:a16="http://schemas.microsoft.com/office/drawing/2014/main" id="{0780A209-3628-69EC-5FB5-B398A3519AF4}"/>
              </a:ext>
            </a:extLst>
          </p:cNvPr>
          <p:cNvSpPr/>
          <p:nvPr/>
        </p:nvSpPr>
        <p:spPr>
          <a:xfrm rot="3368759">
            <a:off x="2213292" y="7323636"/>
            <a:ext cx="196386" cy="940423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accent2"/>
              </a:solidFill>
            </a:endParaRPr>
          </a:p>
        </p:txBody>
      </p:sp>
      <p:pic>
        <p:nvPicPr>
          <p:cNvPr id="86" name="Picture 85" descr="Smart Sensor Icons - Free SVG &amp; PNG Smart Sensor Images - Noun Project">
            <a:extLst>
              <a:ext uri="{FF2B5EF4-FFF2-40B4-BE49-F238E27FC236}">
                <a16:creationId xmlns:a16="http://schemas.microsoft.com/office/drawing/2014/main" id="{E894FA58-3FAC-7025-CCA0-EDCAECD122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5" t="19745" r="20746" b="-104"/>
          <a:stretch>
            <a:fillRect/>
          </a:stretch>
        </p:blipFill>
        <p:spPr>
          <a:xfrm>
            <a:off x="3348035" y="9066938"/>
            <a:ext cx="383834" cy="396359"/>
          </a:xfrm>
          <a:prstGeom prst="rect">
            <a:avLst/>
          </a:prstGeom>
        </p:spPr>
      </p:pic>
      <p:pic>
        <p:nvPicPr>
          <p:cNvPr id="88" name="Picture 87" descr="Monster Icon Vector Art, Icons, and Graphics for Free Download">
            <a:extLst>
              <a:ext uri="{FF2B5EF4-FFF2-40B4-BE49-F238E27FC236}">
                <a16:creationId xmlns:a16="http://schemas.microsoft.com/office/drawing/2014/main" id="{86A97A9C-D5C0-8263-819A-1B8262E8C95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19" t="13429" r="9819" b="13429"/>
          <a:stretch>
            <a:fillRect/>
          </a:stretch>
        </p:blipFill>
        <p:spPr>
          <a:xfrm>
            <a:off x="5196665" y="7806876"/>
            <a:ext cx="456979" cy="41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7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lock Arc 24">
            <a:extLst>
              <a:ext uri="{FF2B5EF4-FFF2-40B4-BE49-F238E27FC236}">
                <a16:creationId xmlns:a16="http://schemas.microsoft.com/office/drawing/2014/main" id="{1C6078B4-B576-6604-8544-083EC3C4A4A1}"/>
              </a:ext>
            </a:extLst>
          </p:cNvPr>
          <p:cNvSpPr/>
          <p:nvPr/>
        </p:nvSpPr>
        <p:spPr>
          <a:xfrm rot="2513493">
            <a:off x="-2723579" y="-440485"/>
            <a:ext cx="8142830" cy="8142830"/>
          </a:xfrm>
          <a:prstGeom prst="blockArc">
            <a:avLst>
              <a:gd name="adj1" fmla="val 19919032"/>
              <a:gd name="adj2" fmla="val 1373120"/>
              <a:gd name="adj3" fmla="val 20203"/>
            </a:avLst>
          </a:prstGeom>
          <a:solidFill>
            <a:schemeClr val="bg2">
              <a:lumMod val="90000"/>
              <a:alpha val="2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26" name="Block Arc 25">
            <a:extLst>
              <a:ext uri="{FF2B5EF4-FFF2-40B4-BE49-F238E27FC236}">
                <a16:creationId xmlns:a16="http://schemas.microsoft.com/office/drawing/2014/main" id="{86546A5A-0463-EE2C-01EE-505C70EBA549}"/>
              </a:ext>
            </a:extLst>
          </p:cNvPr>
          <p:cNvSpPr/>
          <p:nvPr/>
        </p:nvSpPr>
        <p:spPr>
          <a:xfrm rot="7731203">
            <a:off x="451206" y="-2080558"/>
            <a:ext cx="9548456" cy="9548456"/>
          </a:xfrm>
          <a:prstGeom prst="blockArc">
            <a:avLst>
              <a:gd name="adj1" fmla="val 20289594"/>
              <a:gd name="adj2" fmla="val 21505868"/>
              <a:gd name="adj3" fmla="val 33767"/>
            </a:avLst>
          </a:prstGeom>
          <a:solidFill>
            <a:schemeClr val="accent6">
              <a:lumMod val="20000"/>
              <a:lumOff val="80000"/>
              <a:alpha val="2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203C1943-48E9-CA85-81AD-E1A456986269}"/>
              </a:ext>
            </a:extLst>
          </p:cNvPr>
          <p:cNvSpPr/>
          <p:nvPr/>
        </p:nvSpPr>
        <p:spPr>
          <a:xfrm rot="12949976">
            <a:off x="2177464" y="2188805"/>
            <a:ext cx="8004890" cy="8004890"/>
          </a:xfrm>
          <a:prstGeom prst="blockArc">
            <a:avLst>
              <a:gd name="adj1" fmla="val 18565463"/>
              <a:gd name="adj2" fmla="val 20716952"/>
              <a:gd name="adj3" fmla="val 29255"/>
            </a:avLst>
          </a:prstGeom>
          <a:solidFill>
            <a:schemeClr val="accent4">
              <a:lumMod val="20000"/>
              <a:lumOff val="80000"/>
              <a:alpha val="2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28" name="Block Arc 27">
            <a:extLst>
              <a:ext uri="{FF2B5EF4-FFF2-40B4-BE49-F238E27FC236}">
                <a16:creationId xmlns:a16="http://schemas.microsoft.com/office/drawing/2014/main" id="{CE7FC229-039C-3D5C-276D-92A81105D5A5}"/>
              </a:ext>
            </a:extLst>
          </p:cNvPr>
          <p:cNvSpPr/>
          <p:nvPr/>
        </p:nvSpPr>
        <p:spPr>
          <a:xfrm rot="16571270">
            <a:off x="451356" y="5206730"/>
            <a:ext cx="7485920" cy="7485920"/>
          </a:xfrm>
          <a:prstGeom prst="blockArc">
            <a:avLst>
              <a:gd name="adj1" fmla="val 18599096"/>
              <a:gd name="adj2" fmla="val 21468862"/>
              <a:gd name="adj3" fmla="val 28197"/>
            </a:avLst>
          </a:prstGeom>
          <a:solidFill>
            <a:schemeClr val="accent1">
              <a:lumMod val="20000"/>
              <a:lumOff val="80000"/>
              <a:alpha val="2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D2CF0899-CDC2-A761-9162-AFD82AA74ACA}"/>
              </a:ext>
            </a:extLst>
          </p:cNvPr>
          <p:cNvSpPr/>
          <p:nvPr/>
        </p:nvSpPr>
        <p:spPr>
          <a:xfrm rot="19371774">
            <a:off x="-2954058" y="3911562"/>
            <a:ext cx="8163636" cy="8163636"/>
          </a:xfrm>
          <a:prstGeom prst="blockArc">
            <a:avLst>
              <a:gd name="adj1" fmla="val 19960991"/>
              <a:gd name="adj2" fmla="val 1782910"/>
              <a:gd name="adj3" fmla="val 21729"/>
            </a:avLst>
          </a:prstGeom>
          <a:solidFill>
            <a:srgbClr val="FF0000">
              <a:tint val="66000"/>
              <a:satMod val="160000"/>
              <a:alpha val="1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60FE55-4D76-7B9D-F748-50F9D0A80EC1}"/>
              </a:ext>
            </a:extLst>
          </p:cNvPr>
          <p:cNvGrpSpPr/>
          <p:nvPr/>
        </p:nvGrpSpPr>
        <p:grpSpPr>
          <a:xfrm>
            <a:off x="3886200" y="8641080"/>
            <a:ext cx="617220" cy="617220"/>
            <a:chOff x="3886200" y="8641080"/>
            <a:chExt cx="617220" cy="61722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5A4622C-0989-420C-0CD3-031F337A4445}"/>
                </a:ext>
              </a:extLst>
            </p:cNvPr>
            <p:cNvSpPr/>
            <p:nvPr/>
          </p:nvSpPr>
          <p:spPr>
            <a:xfrm>
              <a:off x="3886200" y="8641080"/>
              <a:ext cx="617220" cy="61722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5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5">
                    <a:lumMod val="40000"/>
                    <a:lumOff val="60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pic>
          <p:nvPicPr>
            <p:cNvPr id="8" name="Picture 7" descr="Temperature sensor icon vector image can be used for sensors | Premium  Vector">
              <a:extLst>
                <a:ext uri="{FF2B5EF4-FFF2-40B4-BE49-F238E27FC236}">
                  <a16:creationId xmlns:a16="http://schemas.microsoft.com/office/drawing/2014/main" id="{10F5A08B-DA28-1EB2-D34C-0D18EAC74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924316" y="8647202"/>
              <a:ext cx="540000" cy="5400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A72AEF3-B2BA-E6F8-1226-D6FD1FC4EAD8}"/>
              </a:ext>
            </a:extLst>
          </p:cNvPr>
          <p:cNvGrpSpPr/>
          <p:nvPr/>
        </p:nvGrpSpPr>
        <p:grpSpPr>
          <a:xfrm>
            <a:off x="731520" y="7597140"/>
            <a:ext cx="792480" cy="792480"/>
            <a:chOff x="731520" y="7597140"/>
            <a:chExt cx="792480" cy="79248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4C57E04-FD86-89FC-C0EA-FD6FA3BAC14D}"/>
                </a:ext>
              </a:extLst>
            </p:cNvPr>
            <p:cNvSpPr/>
            <p:nvPr/>
          </p:nvSpPr>
          <p:spPr>
            <a:xfrm>
              <a:off x="731520" y="7597140"/>
              <a:ext cx="792480" cy="792480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pic>
          <p:nvPicPr>
            <p:cNvPr id="9" name="Picture 8" descr="Seismic Icons: Over 3,279 Royalty-Free Licensable Stock Illustrations &amp;  Drawings | Shutterstock">
              <a:extLst>
                <a:ext uri="{FF2B5EF4-FFF2-40B4-BE49-F238E27FC236}">
                  <a16:creationId xmlns:a16="http://schemas.microsoft.com/office/drawing/2014/main" id="{9EB7EEBA-C3FD-4B79-3D65-BC0ED638B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8309" t="16285" r="17384" b="23429"/>
            <a:stretch>
              <a:fillRect/>
            </a:stretch>
          </p:blipFill>
          <p:spPr>
            <a:xfrm>
              <a:off x="878259" y="7725182"/>
              <a:ext cx="534882" cy="540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690A353-1D2B-17D5-263F-D6062D511A66}"/>
              </a:ext>
            </a:extLst>
          </p:cNvPr>
          <p:cNvGrpSpPr/>
          <p:nvPr/>
        </p:nvGrpSpPr>
        <p:grpSpPr>
          <a:xfrm>
            <a:off x="990600" y="3268980"/>
            <a:ext cx="723900" cy="723900"/>
            <a:chOff x="990600" y="3268980"/>
            <a:chExt cx="723900" cy="7239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32F13E1-35C8-13E1-955D-8C07CA1EA383}"/>
                </a:ext>
              </a:extLst>
            </p:cNvPr>
            <p:cNvSpPr/>
            <p:nvPr/>
          </p:nvSpPr>
          <p:spPr>
            <a:xfrm>
              <a:off x="990600" y="3268980"/>
              <a:ext cx="723900" cy="7239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90000"/>
                    <a:shade val="30000"/>
                    <a:satMod val="115000"/>
                  </a:schemeClr>
                </a:gs>
                <a:gs pos="50000">
                  <a:schemeClr val="bg2">
                    <a:lumMod val="90000"/>
                    <a:shade val="67500"/>
                    <a:satMod val="115000"/>
                  </a:schemeClr>
                </a:gs>
                <a:gs pos="100000">
                  <a:schemeClr val="bg2">
                    <a:lumMod val="90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pic>
          <p:nvPicPr>
            <p:cNvPr id="10" name="Picture 9" descr="sound sensor glyph icon 28548238 Vector Art at Vecteezy">
              <a:extLst>
                <a:ext uri="{FF2B5EF4-FFF2-40B4-BE49-F238E27FC236}">
                  <a16:creationId xmlns:a16="http://schemas.microsoft.com/office/drawing/2014/main" id="{71471001-F303-D705-C4C9-A05142A0B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2074" t="47333" r="10592" b="4518"/>
            <a:stretch>
              <a:fillRect/>
            </a:stretch>
          </p:blipFill>
          <p:spPr>
            <a:xfrm>
              <a:off x="1045311" y="3432480"/>
              <a:ext cx="638709" cy="397663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8C03A28-4212-2D77-2279-432374849159}"/>
              </a:ext>
            </a:extLst>
          </p:cNvPr>
          <p:cNvGrpSpPr/>
          <p:nvPr/>
        </p:nvGrpSpPr>
        <p:grpSpPr>
          <a:xfrm>
            <a:off x="4901584" y="2369820"/>
            <a:ext cx="647700" cy="647700"/>
            <a:chOff x="4901584" y="2369820"/>
            <a:chExt cx="647700" cy="6477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5268A34-4A7A-BD9F-3399-B06A0A650770}"/>
                </a:ext>
              </a:extLst>
            </p:cNvPr>
            <p:cNvSpPr/>
            <p:nvPr/>
          </p:nvSpPr>
          <p:spPr>
            <a:xfrm>
              <a:off x="4901584" y="2369820"/>
              <a:ext cx="647700" cy="647700"/>
            </a:xfrm>
            <a:prstGeom prst="ellipse">
              <a:avLst/>
            </a:prstGeom>
            <a:gradFill flip="none" rotWithShape="1">
              <a:gsLst>
                <a:gs pos="0">
                  <a:schemeClr val="accent6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6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6">
                    <a:lumMod val="20000"/>
                    <a:lumOff val="80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pic>
          <p:nvPicPr>
            <p:cNvPr id="11" name="Picture 10" descr="Radiation sensor icon vector image can be used for sensors | Premium Vector">
              <a:extLst>
                <a:ext uri="{FF2B5EF4-FFF2-40B4-BE49-F238E27FC236}">
                  <a16:creationId xmlns:a16="http://schemas.microsoft.com/office/drawing/2014/main" id="{497A56C9-6C87-F9B3-E42E-36758B2C4D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70164" y="2385060"/>
              <a:ext cx="540000" cy="540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2F2BC7B-49A6-A8CF-9CAC-4BB10C720384}"/>
              </a:ext>
            </a:extLst>
          </p:cNvPr>
          <p:cNvGrpSpPr/>
          <p:nvPr/>
        </p:nvGrpSpPr>
        <p:grpSpPr>
          <a:xfrm>
            <a:off x="5836920" y="5882640"/>
            <a:ext cx="617220" cy="617220"/>
            <a:chOff x="5836920" y="5882640"/>
            <a:chExt cx="617220" cy="61722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601F4B9-BFBC-228E-A947-15CAB1807668}"/>
                </a:ext>
              </a:extLst>
            </p:cNvPr>
            <p:cNvSpPr/>
            <p:nvPr/>
          </p:nvSpPr>
          <p:spPr>
            <a:xfrm>
              <a:off x="5836920" y="5882640"/>
              <a:ext cx="617220" cy="61722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4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4">
                    <a:lumMod val="20000"/>
                    <a:lumOff val="80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/>
            </a:p>
          </p:txBody>
        </p:sp>
        <p:pic>
          <p:nvPicPr>
            <p:cNvPr id="12" name="Picture 11" descr="23,811 Wireless Sensor Icon Royalty-Free Images, Stock Photos &amp; Pictures |  Shutterstock">
              <a:extLst>
                <a:ext uri="{FF2B5EF4-FFF2-40B4-BE49-F238E27FC236}">
                  <a16:creationId xmlns:a16="http://schemas.microsoft.com/office/drawing/2014/main" id="{17EDBA12-1EC7-C224-B806-4D815F3CF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61231" t="15714" r="11077" b="23428"/>
            <a:stretch>
              <a:fillRect/>
            </a:stretch>
          </p:blipFill>
          <p:spPr>
            <a:xfrm>
              <a:off x="5920740" y="5905500"/>
              <a:ext cx="456338" cy="540000"/>
            </a:xfrm>
            <a:prstGeom prst="rect">
              <a:avLst/>
            </a:prstGeom>
          </p:spPr>
        </p:pic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0A388F0-599D-0916-3966-71D1FD3D042B}"/>
              </a:ext>
            </a:extLst>
          </p:cNvPr>
          <p:cNvSpPr/>
          <p:nvPr/>
        </p:nvSpPr>
        <p:spPr>
          <a:xfrm>
            <a:off x="2559050" y="5238750"/>
            <a:ext cx="1790700" cy="1720850"/>
          </a:xfrm>
          <a:custGeom>
            <a:avLst/>
            <a:gdLst>
              <a:gd name="csX0" fmla="*/ 1790700 w 1790700"/>
              <a:gd name="csY0" fmla="*/ 241300 h 1720850"/>
              <a:gd name="csX1" fmla="*/ 1155700 w 1790700"/>
              <a:gd name="csY1" fmla="*/ 0 h 1720850"/>
              <a:gd name="csX2" fmla="*/ 635000 w 1790700"/>
              <a:gd name="csY2" fmla="*/ 107950 h 1720850"/>
              <a:gd name="csX3" fmla="*/ 0 w 1790700"/>
              <a:gd name="csY3" fmla="*/ 958850 h 1720850"/>
              <a:gd name="csX4" fmla="*/ 641350 w 1790700"/>
              <a:gd name="csY4" fmla="*/ 1720850 h 1720850"/>
              <a:gd name="csX5" fmla="*/ 1371600 w 1790700"/>
              <a:gd name="csY5" fmla="*/ 1543050 h 1720850"/>
              <a:gd name="csX6" fmla="*/ 1422400 w 1790700"/>
              <a:gd name="csY6" fmla="*/ 1492250 h 1720850"/>
              <a:gd name="csX7" fmla="*/ 1790700 w 1790700"/>
              <a:gd name="csY7" fmla="*/ 241300 h 1720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790700" h="1720850">
                <a:moveTo>
                  <a:pt x="1790700" y="241300"/>
                </a:moveTo>
                <a:lnTo>
                  <a:pt x="1155700" y="0"/>
                </a:lnTo>
                <a:lnTo>
                  <a:pt x="635000" y="107950"/>
                </a:lnTo>
                <a:lnTo>
                  <a:pt x="0" y="958850"/>
                </a:lnTo>
                <a:lnTo>
                  <a:pt x="641350" y="1720850"/>
                </a:lnTo>
                <a:lnTo>
                  <a:pt x="1371600" y="1543050"/>
                </a:lnTo>
                <a:lnTo>
                  <a:pt x="1422400" y="1492250"/>
                </a:lnTo>
                <a:lnTo>
                  <a:pt x="1790700" y="241300"/>
                </a:lnTo>
                <a:close/>
              </a:path>
            </a:pathLst>
          </a:custGeom>
          <a:solidFill>
            <a:srgbClr val="7030A0">
              <a:alpha val="50000"/>
            </a:srgbClr>
          </a:solidFill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6" name="Picture 5" descr="Monster Icon Vector Art, Icons, and Graphics for Free Download">
            <a:extLst>
              <a:ext uri="{FF2B5EF4-FFF2-40B4-BE49-F238E27FC236}">
                <a16:creationId xmlns:a16="http://schemas.microsoft.com/office/drawing/2014/main" id="{8C74045F-0206-B72A-37AE-49E46FCFEDD1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9819" t="13429" r="9819" b="13429"/>
          <a:stretch>
            <a:fillRect/>
          </a:stretch>
        </p:blipFill>
        <p:spPr>
          <a:xfrm>
            <a:off x="3331015" y="5425016"/>
            <a:ext cx="598842" cy="54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3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4409</TotalTime>
  <Words>14</Words>
  <Application>Microsoft Office PowerPoint</Application>
  <PresentationFormat>Widescreen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Troels Mortensen (TRMO) | VIA</dc:creator>
  <cp:lastModifiedBy>Troels Mortensen (TRMO) | VIA</cp:lastModifiedBy>
  <cp:revision>3</cp:revision>
  <dcterms:created xsi:type="dcterms:W3CDTF">2026-05-05T11:24:27Z</dcterms:created>
  <dcterms:modified xsi:type="dcterms:W3CDTF">2026-05-08T12:53:49Z</dcterms:modified>
</cp:coreProperties>
</file>